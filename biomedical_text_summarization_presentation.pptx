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9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epally Siri Chandana" userId="922ca48863bea7b7" providerId="LiveId" clId="{30AAF12E-B303-4C35-8C68-41F5A4EDFE98}"/>
    <pc:docChg chg="modSld">
      <pc:chgData name="Mattepally Siri Chandana" userId="922ca48863bea7b7" providerId="LiveId" clId="{30AAF12E-B303-4C35-8C68-41F5A4EDFE98}" dt="2026-03-15T15:56:51.428" v="0" actId="1076"/>
      <pc:docMkLst>
        <pc:docMk/>
      </pc:docMkLst>
      <pc:sldChg chg="modSp mod">
        <pc:chgData name="Mattepally Siri Chandana" userId="922ca48863bea7b7" providerId="LiveId" clId="{30AAF12E-B303-4C35-8C68-41F5A4EDFE98}" dt="2026-03-15T15:56:51.428" v="0" actId="1076"/>
        <pc:sldMkLst>
          <pc:docMk/>
          <pc:sldMk cId="0" sldId="256"/>
        </pc:sldMkLst>
        <pc:spChg chg="mod">
          <ac:chgData name="Mattepally Siri Chandana" userId="922ca48863bea7b7" providerId="LiveId" clId="{30AAF12E-B303-4C35-8C68-41F5A4EDFE98}" dt="2026-03-15T15:56:51.428" v="0" actId="1076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9808" y="914922"/>
            <a:ext cx="8220456" cy="147002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Automatic Medical Text Summarization Using NLP and Transformer Models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38" y="3695586"/>
            <a:ext cx="8682228" cy="2770632"/>
          </a:xfrm>
        </p:spPr>
        <p:txBody>
          <a:bodyPr>
            <a:noAutofit/>
          </a:bodyPr>
          <a:lstStyle/>
          <a:p>
            <a:r>
              <a:rPr lang="it-IT" sz="2000" dirty="0">
                <a:solidFill>
                  <a:schemeClr val="tx1"/>
                </a:solidFill>
              </a:rPr>
              <a:t>2203A51482 					  		 K. Pavani </a:t>
            </a:r>
          </a:p>
          <a:p>
            <a:r>
              <a:rPr lang="it-IT" sz="2000" dirty="0">
                <a:solidFill>
                  <a:schemeClr val="tx1"/>
                </a:solidFill>
              </a:rPr>
              <a:t>       2203A51039 		                 	        	B. Suma Sree </a:t>
            </a:r>
          </a:p>
          <a:p>
            <a:r>
              <a:rPr lang="it-IT" sz="2000" dirty="0">
                <a:solidFill>
                  <a:schemeClr val="tx1"/>
                </a:solidFill>
              </a:rPr>
              <a:t>             2203A51492 	      				              M. Siri Chandana </a:t>
            </a:r>
          </a:p>
          <a:p>
            <a:r>
              <a:rPr lang="it-IT" sz="2000" dirty="0">
                <a:solidFill>
                  <a:schemeClr val="tx1"/>
                </a:solidFill>
              </a:rPr>
              <a:t>   2203A51585 				  		     V. Nandhini </a:t>
            </a:r>
          </a:p>
          <a:p>
            <a:r>
              <a:rPr lang="it-IT" sz="2000" dirty="0">
                <a:solidFill>
                  <a:schemeClr val="tx1"/>
                </a:solidFill>
              </a:rPr>
              <a:t>            2203A51528 			    	 	             A.Laxmiprasagna </a:t>
            </a:r>
          </a:p>
          <a:p>
            <a:r>
              <a:rPr lang="it-IT" sz="2000" dirty="0">
                <a:solidFill>
                  <a:schemeClr val="tx1"/>
                </a:solidFill>
              </a:rPr>
              <a:t>         2203A51034	 				                    V. Bharrgawee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24598E-3D50-4A59-E873-BD1BBB95FEA1}"/>
              </a:ext>
            </a:extLst>
          </p:cNvPr>
          <p:cNvSpPr txBox="1"/>
          <p:nvPr/>
        </p:nvSpPr>
        <p:spPr>
          <a:xfrm>
            <a:off x="1513332" y="2256177"/>
            <a:ext cx="6117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Under the guidance of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	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NAGURLA MAHENDER</a:t>
            </a:r>
            <a:endParaRPr lang="en-IN" dirty="0"/>
          </a:p>
        </p:txBody>
      </p:sp>
      <p:pic>
        <p:nvPicPr>
          <p:cNvPr id="1034" name="Picture 10" descr="SR University | Warangal">
            <a:extLst>
              <a:ext uri="{FF2B5EF4-FFF2-40B4-BE49-F238E27FC236}">
                <a16:creationId xmlns:a16="http://schemas.microsoft.com/office/drawing/2014/main" id="{04ED5E5D-BF9D-1E17-9BE2-FF1BEA091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29602" cy="113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608" y="1655064"/>
            <a:ext cx="4507992" cy="45259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generates large volumes of biomedical text such as research papers and clinical records.</a:t>
            </a:r>
          </a:p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these documents is difficult and time consuming.</a:t>
            </a:r>
          </a:p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techniques help automatically summarize biomedical information.</a:t>
            </a:r>
          </a:p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transformer models to generate concise summaries from biomedical abstracts.</a:t>
            </a:r>
          </a:p>
        </p:txBody>
      </p:sp>
      <p:pic>
        <p:nvPicPr>
          <p:cNvPr id="2050" name="Picture 2" descr="SR University | Warangal">
            <a:extLst>
              <a:ext uri="{FF2B5EF4-FFF2-40B4-BE49-F238E27FC236}">
                <a16:creationId xmlns:a16="http://schemas.microsoft.com/office/drawing/2014/main" id="{ECCF5ACD-BC70-A0FC-5AF9-53497517F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252727" cy="125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octor using AI dashboard on laptop for digital healthcare analytics and diagnosis">
            <a:extLst>
              <a:ext uri="{FF2B5EF4-FFF2-40B4-BE49-F238E27FC236}">
                <a16:creationId xmlns:a16="http://schemas.microsoft.com/office/drawing/2014/main" id="{59CF8682-D91C-23F8-0A4B-1478EEDB0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1184" y="2039112"/>
            <a:ext cx="3858768" cy="345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9908"/>
            <a:ext cx="8348472" cy="227685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literature is growing rapidly making manual analysis difficult.</a:t>
            </a:r>
          </a:p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models such as T5,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BioGPT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PEGASUS are used for biomedical text processing.</a:t>
            </a:r>
          </a:p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summaries from PubMed biomedical abstracts.</a:t>
            </a:r>
          </a:p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evaluated using Accuracy, Precision, Recall, F1-score and BLEU score.</a:t>
            </a:r>
          </a:p>
        </p:txBody>
      </p:sp>
      <p:pic>
        <p:nvPicPr>
          <p:cNvPr id="3074" name="Picture 2" descr="SR University | Warangal">
            <a:extLst>
              <a:ext uri="{FF2B5EF4-FFF2-40B4-BE49-F238E27FC236}">
                <a16:creationId xmlns:a16="http://schemas.microsoft.com/office/drawing/2014/main" id="{ACDE9841-C323-6732-AFC9-B297E2B4E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3" y="0"/>
            <a:ext cx="1190434" cy="119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edical data analysis on computer screen – Royalty-Free Vector | VectorStock">
            <a:extLst>
              <a:ext uri="{FF2B5EF4-FFF2-40B4-BE49-F238E27FC236}">
                <a16:creationId xmlns:a16="http://schemas.microsoft.com/office/drawing/2014/main" id="{0D31A12D-CA24-1175-924C-1B51A553E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" y="3959035"/>
            <a:ext cx="7841699" cy="262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6662"/>
            <a:ext cx="8229600" cy="1143000"/>
          </a:xfrm>
        </p:spPr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64792"/>
            <a:ext cx="8229600" cy="4525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biomedical publications makes extracting relevant medical information difficult and time-consuming. Doctors and researchers must analyze large volumes of clinical text to identify important findings. Therefore, automated biomedical text summarization systems are needed to generate concise and meaningful summaries.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SR University | Warangal">
            <a:extLst>
              <a:ext uri="{FF2B5EF4-FFF2-40B4-BE49-F238E27FC236}">
                <a16:creationId xmlns:a16="http://schemas.microsoft.com/office/drawing/2014/main" id="{D726A10B-1637-2CC7-1672-C05389D8F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4714" cy="98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032" y="1819656"/>
            <a:ext cx="4654296" cy="4525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 biomedical text summarization system.</a:t>
            </a:r>
          </a:p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BioGPT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PEGASUS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using Accuracy, Precision, Recall and F1-score.</a:t>
            </a:r>
          </a:p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performance of different transformer models.</a:t>
            </a:r>
          </a:p>
        </p:txBody>
      </p:sp>
      <p:pic>
        <p:nvPicPr>
          <p:cNvPr id="5122" name="Picture 2" descr="SR University | Warangal">
            <a:extLst>
              <a:ext uri="{FF2B5EF4-FFF2-40B4-BE49-F238E27FC236}">
                <a16:creationId xmlns:a16="http://schemas.microsoft.com/office/drawing/2014/main" id="{6484FD80-CE40-B5D6-C49A-D9C8922CC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7554" cy="100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Doctor presenting AI-driven healthcare data with interconnected icons representing patient care, diagnostics, and medical research, highlighting innovation in medicine.">
            <a:extLst>
              <a:ext uri="{FF2B5EF4-FFF2-40B4-BE49-F238E27FC236}">
                <a16:creationId xmlns:a16="http://schemas.microsoft.com/office/drawing/2014/main" id="{137121FA-08D5-009F-34A4-49E295F58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543" y="1998123"/>
            <a:ext cx="3826425" cy="313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1480"/>
            <a:ext cx="8229600" cy="1143000"/>
          </a:xfrm>
        </p:spPr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2456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Previous research shows that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models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improve performance in text summarization tasks.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Models such as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BERT, T5, BART, and PEGASUS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been widely used for biomedical text summarization.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pretrained models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better understand complex biomedical terminology and medical context.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Studies indicate that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 performs well in abstractive summarization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its Gap Sentence Generation training objective.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 architecture converts NLP tasks into a unified text-to-text framework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flexibility across multiple language tasks.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Research also highlights that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 outperform traditional extractive summarization methods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biomedical applications.</a:t>
            </a:r>
          </a:p>
        </p:txBody>
      </p:sp>
      <p:pic>
        <p:nvPicPr>
          <p:cNvPr id="6146" name="Picture 2" descr="SR University | Warangal">
            <a:extLst>
              <a:ext uri="{FF2B5EF4-FFF2-40B4-BE49-F238E27FC236}">
                <a16:creationId xmlns:a16="http://schemas.microsoft.com/office/drawing/2014/main" id="{CDD18ACD-BE8D-4835-EDE4-539D7E6E5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1562" cy="107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3736"/>
            <a:ext cx="8229600" cy="1143000"/>
          </a:xfrm>
        </p:spPr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8037576" cy="452596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dataset used in this project is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PubMed Multi Label Text Classification Dataset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contains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research abstracts and medical text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from PubMed publications.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record includes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abstracts along with multiple biomedical category labels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dataset contains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medical terminology and complex sentence structures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widely used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Natural Language Processing (NLP) research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text classification and summarization tasks.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dataset was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using normalization, tokenization, and noise removal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applying the transformer models.</a:t>
            </a:r>
          </a:p>
        </p:txBody>
      </p:sp>
      <p:pic>
        <p:nvPicPr>
          <p:cNvPr id="7170" name="Picture 2" descr="SR University | Warangal">
            <a:extLst>
              <a:ext uri="{FF2B5EF4-FFF2-40B4-BE49-F238E27FC236}">
                <a16:creationId xmlns:a16="http://schemas.microsoft.com/office/drawing/2014/main" id="{C4E6B6FC-CA56-168B-33A3-FB59D9B7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124712" cy="112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032" y="1645920"/>
            <a:ext cx="4315968" cy="4525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 Model – used for biomedical text summarization.</a:t>
            </a:r>
          </a:p>
          <a:p>
            <a:pPr algn="just">
              <a:lnSpc>
                <a:spcPct val="150000"/>
              </a:lnSpc>
            </a:pP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BioGPT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biomedical text classification.</a:t>
            </a:r>
          </a:p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BLEU Score – used to evaluate similarity between generated summaries and original text.</a:t>
            </a:r>
          </a:p>
          <a:p>
            <a:pPr algn="just"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 – transformer model specialized for summarization.</a:t>
            </a:r>
          </a:p>
        </p:txBody>
      </p:sp>
      <p:pic>
        <p:nvPicPr>
          <p:cNvPr id="8194" name="Picture 2" descr="SR University | Warangal">
            <a:extLst>
              <a:ext uri="{FF2B5EF4-FFF2-40B4-BE49-F238E27FC236}">
                <a16:creationId xmlns:a16="http://schemas.microsoft.com/office/drawing/2014/main" id="{1427385D-A5EB-A6C5-CA49-F564F0C83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1562" cy="107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A2F27A-36E4-12E2-E694-DDAFEF472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74192"/>
            <a:ext cx="4434840" cy="34573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374" y="1600200"/>
            <a:ext cx="4416552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biomedical abstracts from PubMed dataset.</a:t>
            </a:r>
          </a:p>
          <a:p>
            <a:pPr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preprocessing such as text cleaning and tokenization.</a:t>
            </a:r>
          </a:p>
          <a:p>
            <a:pPr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summaries using transformer models.</a:t>
            </a:r>
          </a:p>
          <a:p>
            <a:pPr>
              <a:lnSpc>
                <a:spcPct val="150000"/>
              </a:lnSpc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summaries using evaluation metrics.</a:t>
            </a:r>
          </a:p>
        </p:txBody>
      </p:sp>
      <p:pic>
        <p:nvPicPr>
          <p:cNvPr id="9218" name="Picture 2" descr="SR University | Warangal">
            <a:extLst>
              <a:ext uri="{FF2B5EF4-FFF2-40B4-BE49-F238E27FC236}">
                <a16:creationId xmlns:a16="http://schemas.microsoft.com/office/drawing/2014/main" id="{73C10810-FF77-5344-CE6D-88B1F0E46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06"/>
            <a:ext cx="998409" cy="99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790691-6EFB-18B0-6EFD-9C1962A28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910" y="1225216"/>
            <a:ext cx="3331716" cy="52759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749" y="832739"/>
            <a:ext cx="4645152" cy="452596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Transformer models were evaluated for biomedical text summarization and classification.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T5 model generated concise summaries while preserving contextual information.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BioGPT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classified biomedical texts using domain-specific knowledge.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BLEU score was used to measure similarity between generated summaries and reference texts.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PEGASUS produced the most accurate and informative summaries.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PEGASUS performed better than the other models.</a:t>
            </a:r>
          </a:p>
          <a:p>
            <a:pPr algn="just">
              <a:lnSpc>
                <a:spcPct val="150000"/>
              </a:lnSpc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SR University | Warangal">
            <a:extLst>
              <a:ext uri="{FF2B5EF4-FFF2-40B4-BE49-F238E27FC236}">
                <a16:creationId xmlns:a16="http://schemas.microsoft.com/office/drawing/2014/main" id="{8FF06793-8B5C-F839-7831-26D5AAE1A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630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07C9C9-A382-12D3-1618-A7959FB5F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501" y="3675888"/>
            <a:ext cx="3731749" cy="2724911"/>
          </a:xfrm>
          <a:prstGeom prst="rect">
            <a:avLst/>
          </a:prstGeom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BA5A17C8-0504-73AE-1091-A3292F827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197" y="1143000"/>
            <a:ext cx="3859053" cy="2380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645920"/>
            <a:ext cx="7644384" cy="45259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takes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abstract as input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PubMed dataset.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transformer model processes the abstract after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and tokenization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model generates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and meaningful summary of the biomedical text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generated summary preserves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medical information and context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output helps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and researchers quickly understand key findings from biomedical documents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SR University | Warangal">
            <a:extLst>
              <a:ext uri="{FF2B5EF4-FFF2-40B4-BE49-F238E27FC236}">
                <a16:creationId xmlns:a16="http://schemas.microsoft.com/office/drawing/2014/main" id="{DF8B7635-E1F8-257F-2846-486FCBA88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80122" cy="980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6192"/>
            <a:ext cx="4114800" cy="452596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developed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text summarization system using transformer models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Evaluation metrics were used to analyze the performance of the models.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Among the models tested,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 showed the best performance in summarizing biomedical texts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approach demonstrates the effectiveness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models for biomedical NLP applications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 descr="SR University | Warangal">
            <a:extLst>
              <a:ext uri="{FF2B5EF4-FFF2-40B4-BE49-F238E27FC236}">
                <a16:creationId xmlns:a16="http://schemas.microsoft.com/office/drawing/2014/main" id="{BD55E577-F360-E7F0-B84B-1DFDA251D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1561" cy="1071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Collaborative Care: The Role of Patient Data in Advancing AI in Healthcare  | EY - Switzerland">
            <a:extLst>
              <a:ext uri="{FF2B5EF4-FFF2-40B4-BE49-F238E27FC236}">
                <a16:creationId xmlns:a16="http://schemas.microsoft.com/office/drawing/2014/main" id="{3AA36E80-9F2A-FD81-A108-9482981F3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296" y="2062290"/>
            <a:ext cx="4197096" cy="315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model can be improved by training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biomedical datasets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accuracy.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Advanced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medical knowledge graphs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integrated to improve summary quality.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can be applied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health records (EHR) and clinical reports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analysis.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Future work can focus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real-time medical decision support systems using NLP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 descr="SR University | Warangal">
            <a:extLst>
              <a:ext uri="{FF2B5EF4-FFF2-40B4-BE49-F238E27FC236}">
                <a16:creationId xmlns:a16="http://schemas.microsoft.com/office/drawing/2014/main" id="{9A407A15-4C67-94F8-EA39-283C5A93F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" y="-1"/>
            <a:ext cx="1066133" cy="1066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FF248A-6671-0FAC-5733-1465CBAA6179}"/>
              </a:ext>
            </a:extLst>
          </p:cNvPr>
          <p:cNvSpPr txBox="1"/>
          <p:nvPr/>
        </p:nvSpPr>
        <p:spPr>
          <a:xfrm>
            <a:off x="2505456" y="2734056"/>
            <a:ext cx="6281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YOU..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651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832</Words>
  <Application>Microsoft Office PowerPoint</Application>
  <PresentationFormat>On-screen Show (4:3)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    Automatic Medical Text Summarization Using NLP and Transformer Models  </vt:lpstr>
      <vt:lpstr>Introduction</vt:lpstr>
      <vt:lpstr>Abstract</vt:lpstr>
      <vt:lpstr>Problem Statement</vt:lpstr>
      <vt:lpstr>Objectives</vt:lpstr>
      <vt:lpstr>Literature Review</vt:lpstr>
      <vt:lpstr>Dataset Description</vt:lpstr>
      <vt:lpstr>Methods Used</vt:lpstr>
      <vt:lpstr>Methodology</vt:lpstr>
      <vt:lpstr>Results and Comparison</vt:lpstr>
      <vt:lpstr>Output</vt:lpstr>
      <vt:lpstr>Conclusion</vt:lpstr>
      <vt:lpstr>Future Scope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Mattepally Siri Chandana</cp:lastModifiedBy>
  <cp:revision>7</cp:revision>
  <dcterms:created xsi:type="dcterms:W3CDTF">2013-01-27T09:14:16Z</dcterms:created>
  <dcterms:modified xsi:type="dcterms:W3CDTF">2026-03-15T15:56:53Z</dcterms:modified>
  <cp:category/>
</cp:coreProperties>
</file>